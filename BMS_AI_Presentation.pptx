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0" r:id="rId11"/>
    <p:sldId id="261" r:id="rId12"/>
    <p:sldId id="258" r:id="rId9"/>
    <p:sldId id="259" r:id="rId10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Let's Talk AI: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009BDE"/>
                </a:solidFill>
              </a:rPr>
              <a:t>Working Smarter in 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Budget &amp; Management Services  |  City of Durham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9BDE"/>
                </a:solidFill>
              </a:rPr>
              <a:t>March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6286887"/>
            <a:ext cx="1645920" cy="5021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Let's Start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0360152" cy="256032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9784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</a:rPr>
              <a:t>"Think of a small daily annoyance in your life.
Is there an app that fixes it?
And if not — what would that app do?"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666666"/>
                </a:solidFill>
              </a:rPr>
              <a:t>Go around the room — everyone answers.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6286887"/>
            <a:ext cx="1645920" cy="5021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What is Vibe Coding? 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9BDE"/>
                </a:solidFill>
              </a:rPr>
              <a:t>Building software by describing what you want
in plain English — no technical knowledge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3474720" cy="2286000"/>
          </a:xfrm>
          <a:prstGeom prst="rect">
            <a:avLst/>
          </a:prstGeom>
          <a:solidFill>
            <a:srgbClr val="002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9BDE"/>
                </a:solidFill>
              </a:rP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Describe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9BDE"/>
                </a:solidFill>
              </a:rPr>
              <a:t>Tell the AI what you want in plain English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743200"/>
            <a:ext cx="3474720" cy="2286000"/>
          </a:xfrm>
          <a:prstGeom prst="rect">
            <a:avLst/>
          </a:prstGeom>
          <a:solidFill>
            <a:srgbClr val="002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9BDE"/>
                </a:solidFill>
              </a:rP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337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AI Builds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9BDE"/>
                </a:solidFill>
              </a:rPr>
              <a:t>Code is written automatically in seconds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743200"/>
            <a:ext cx="3474720" cy="2286000"/>
          </a:xfrm>
          <a:prstGeom prst="rect">
            <a:avLst/>
          </a:prstGeom>
          <a:solidFill>
            <a:srgbClr val="002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9BDE"/>
                </a:solidFill>
              </a:rPr>
              <a:t>3️⃣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37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Ship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9BDE"/>
                </a:solidFill>
              </a:rPr>
              <a:t>Deploy a live app with one command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FFFFFF"/>
                </a:solidFill>
              </a:rPr>
              <a:t>It's not the future. It's Tuesday.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5712" y="6373368"/>
            <a:ext cx="411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25712" y="6373368"/>
            <a:ext cx="73152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6286887"/>
            <a:ext cx="1645920" cy="5021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Let's Build Something. Live. 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</a:rPr>
              <a:t>The prompt I'm sending to my AI right now: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1430000" cy="2926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33"/>
                </a:solidFill>
              </a:rPr>
              <a:t>"Hey Robby — build me a simple project tracker app called BMS Project Pulse. It should have a clean dashboard showing all my projects with a status badge (On Track, At Risk, or Done), a last-updated note, and the ability to add new projects. Pre-load it with 5 fake Durham BMS projects so it feels real. Make it look professional — dark header, clean cards. Deploy it to GitHub Pages when it's done."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3F87"/>
                </a:solidFill>
              </a:rPr>
              <a:t>⬆️  That's it. Plain English. No code. Let's see what happens...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</a:rPr>
              <a:t>While it builds → NotebookLM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25712" y="6373368"/>
            <a:ext cx="411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25712" y="6373368"/>
            <a:ext cx="73152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6286887"/>
            <a:ext cx="1645920" cy="5021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NotebookLM?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333333"/>
                </a:solidFill>
              </a:rPr>
              <a:t>Google's AI research assistant — but it only knows what YOU give it.
No hallucinating random internet stuff. Just your documents, made searchable and smart.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530352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F87"/>
                </a:solidFill>
              </a:rPr>
              <a:t>📂  What You Can Feed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5029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PDFs, Google Docs, Slides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YouTube video links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Website URLs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Copy-pasted text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Up to 50 sources per notebook (free)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011680"/>
            <a:ext cx="576072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F87"/>
                </a:solidFill>
              </a:rPr>
              <a:t>⚡  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5486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Chat with your docs — get answers with citations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Auto-summary of everything in the notebook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Audio Overview — AI podcast from your content 🎙️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Slide Deck generator (new!)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</a:rPr>
              <a:t>• Study guides, FAQs, briefing docs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25712" y="6373368"/>
            <a:ext cx="411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25712" y="6373368"/>
            <a:ext cx="73152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6286887"/>
            <a:ext cx="1645920" cy="5021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NotebookLM: Best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577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</a:rPr>
              <a:t>📋  Digesting Long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Upload a 200-page budget doc and ask it plain-English questions in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97280"/>
            <a:ext cx="5577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</a:rPr>
              <a:t>🎥  Meeting Recordings &amp; 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Drop in a YouTube link — it reads transcripts and answers questions about the content.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5577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</a:rPr>
              <a:t>🔍  Research Without Reading Everything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Throw in 10 sources and ask it to synthesize across all of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566160"/>
            <a:ext cx="5577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</a:rPr>
              <a:t>🗂️  Building a Knowledge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148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Centralize scattered docs into one smart, searchable notebook.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25712" y="6373368"/>
            <a:ext cx="411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25712" y="6373368"/>
            <a:ext cx="73152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6286887"/>
            <a:ext cx="1645920" cy="5021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AI Isn't Coming for Your Job.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9BDE"/>
                </a:solidFill>
              </a:rPr>
              <a:t>The people who use AI well will outperform the people who don't.
You're not being replaced. You're getting a superpower.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5394960" cy="3200400"/>
          </a:xfrm>
          <a:prstGeom prst="rect">
            <a:avLst/>
          </a:prstGeom>
          <a:solidFill>
            <a:srgbClr val="002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BDE"/>
                </a:solidFill>
              </a:rPr>
              <a:t>✅  AI Is Great At: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Digesting long documents instantly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Repetitive drafting &amp; formatting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Building tools you'd wait months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Finding patterns in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651760"/>
            <a:ext cx="5394960" cy="3200400"/>
          </a:xfrm>
          <a:prstGeom prst="rect">
            <a:avLst/>
          </a:prstGeom>
          <a:solidFill>
            <a:srgbClr val="002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BDE"/>
                </a:solidFill>
              </a:rPr>
              <a:t>❌  AI Can't Replace: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Your department 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Relationships &amp;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Political judgment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Accountability — that's still you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25712" y="6373368"/>
            <a:ext cx="411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25712" y="6373368"/>
            <a:ext cx="73152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6286887"/>
            <a:ext cx="1645920" cy="5021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Start Small. Start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333333"/>
                </a:solidFill>
              </a:rPr>
              <a:t>You don't need to be technical. You don't need a budget.
You need a question and a keyboard.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35661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3F87"/>
                </a:solidFill>
              </a:rPr>
              <a:t>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What's one report you dread writing every week?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011680"/>
            <a:ext cx="35661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103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3F87"/>
                </a:solidFill>
              </a:rP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97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What's one meeting you spend 30 minutes prepping for?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011680"/>
            <a:ext cx="35661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103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3F87"/>
                </a:solidFill>
              </a:rPr>
              <a:t>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97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</a:rPr>
              <a:t>What's one tool you wish existed?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72000"/>
            <a:ext cx="11430000" cy="128016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That's where AI starts.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66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9BDE"/>
                </a:solidFill>
              </a:rPr>
              <a:t>And today, you've already seen it 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25712" y="6373368"/>
            <a:ext cx="411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25712" y="6373368"/>
            <a:ext cx="73152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6286887"/>
            <a:ext cx="1645920" cy="5021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