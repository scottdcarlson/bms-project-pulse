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58" r:id="rId9"/>
    <p:sldId id="259" r:id="rId10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Let's Talk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009BDE"/>
                </a:solidFill>
              </a:rPr>
              <a:t>Working Smarter in 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Budget &amp; Management Services  |  City of Durham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9BDE"/>
                </a:solidFill>
              </a:rPr>
              <a:t>March 2026</a:t>
            </a:r>
          </a:p>
        </p:txBody>
      </p:sp>
      <p:pic>
        <p:nvPicPr>
          <p:cNvPr id="8" name="Picture 7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Let's Start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360152" cy="256032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</a:rPr>
              <a:t>"Think of a small daily annoyance in your life.
Is there an app that fixes it?
And if not — what would that app do?"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66666"/>
                </a:solidFill>
              </a:rPr>
              <a:t>Go around the room — everyone answers.</a:t>
            </a:r>
          </a:p>
        </p:txBody>
      </p:sp>
      <p:pic>
        <p:nvPicPr>
          <p:cNvPr id="8" name="Picture 7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What is Vibe Coding?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9BDE"/>
                </a:solidFill>
              </a:rPr>
              <a:t>Building software by describing what you want
in plain English — no technical knowledge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Describe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Tell the AI what you want in plain 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 Builds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Code is written automatically in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Ship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Deploy a live app with one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</a:rPr>
              <a:t>It's not the future. It's Tuesday.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Let's Build Something. Live.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</a:rPr>
              <a:t>The prompt I'm sending to my AI right now: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"Hey Robby — build me a simple project tracker app called BMS Project Pulse. It should have a clean dashboard showing all my projects with a status badge (On Track, At Risk, or Done), a last-updated note, and the ability to add new projects. Pre-load it with 5 fake Durham BMS projects so it feels real. Make it look professional — dark header, clean cards. Deploy it to GitHub Pages when it's done."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F87"/>
                </a:solidFill>
              </a:rPr>
              <a:t>⬆️  That's it. Plain English. No code. Let's see what happens...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</a:rPr>
              <a:t>While it builds → NotebookLM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NotebookLM?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33333"/>
                </a:solidFill>
              </a:rPr>
              <a:t>Google's AI research assistant — but it only knows what YOU give it.
No hallucinating random internet stuff. Just your documents, made searchable and smart.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3035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F87"/>
                </a:solidFill>
              </a:rPr>
              <a:t>📂  What You Can Feed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PDFs, Google Docs, Slides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YouTube video links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Website URLs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Copy-pasted text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Up to 50 sources per notebook (free)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57607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F87"/>
                </a:solidFill>
              </a:rPr>
              <a:t>⚡  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Chat with your docs — get answers with citations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Auto-summary of everything in the notebook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Audio Overview — AI podcast from your content 🎙️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Slide Deck generator (new!)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Study guides, FAQs, briefing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NotebookLM: Best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📋  Digesting Long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Upload a 200-page budget doc and ask it plain-English questions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🎥  Meeting Recordings &amp;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Drop in a YouTube link — it reads transcripts and answers questions about the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🔍  Research Without Reading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Throw in 10 sources and ask it to synthesize across all of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🗂️  Building a 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Centralize scattered docs into one smart, searchable notebook.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AI Isn't Coming for Your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9BDE"/>
                </a:solidFill>
              </a:rPr>
              <a:t>The people who use AI well will outperform the people who don't.
You're not being replaced. You're getting a superpower.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5394960" cy="32004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DE"/>
                </a:solidFill>
              </a:rPr>
              <a:t>✅  AI Is Great 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Digesting long documents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Repetitive drafting &amp;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Building tools you'd wait months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Finding patterns in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5394960" cy="32004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DE"/>
                </a:solidFill>
              </a:rPr>
              <a:t>❌  AI Can't Replace: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Your department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Relationships &amp;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Political judgment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Accountability — that's still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Start Small. Start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333333"/>
                </a:solidFill>
              </a:rPr>
              <a:t>You don't need to be technical. You don't need a budget.
You need a question and a keyboard.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report you dread writing every week?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meeting you spend 30 minutes prepping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tool you wish existed?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11430000" cy="12801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That's where AI starts.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9BDE"/>
                </a:solidFill>
              </a:rPr>
              <a:t>And today, you've already seen it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ol_ban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914506"/>
            <a:ext cx="1645920" cy="8977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